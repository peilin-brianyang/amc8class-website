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1" r:id="rId4"/>
    <p:sldId id="258" r:id="rId5"/>
    <p:sldId id="263" r:id="rId6"/>
    <p:sldId id="264" r:id="rId7"/>
    <p:sldId id="262" r:id="rId8"/>
    <p:sldId id="260" r:id="rId9"/>
    <p:sldId id="259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260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1417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6701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5788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2612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5384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728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1118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798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92852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18074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099387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74473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714864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12232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12241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8857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B8F76E0-5DF6-420C-9405-88B7DA24698C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18415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101F0C-C8B5-61E9-41BF-67D99E693E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数论 </a:t>
            </a:r>
            <a:r>
              <a:rPr lang="en-US" altLang="zh-CN" dirty="0"/>
              <a:t>Number theory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41956F7-936B-C782-30A8-FC7B60D79B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除法和质数</a:t>
            </a:r>
          </a:p>
        </p:txBody>
      </p:sp>
    </p:spTree>
    <p:extLst>
      <p:ext uri="{BB962C8B-B14F-4D97-AF65-F5344CB8AC3E}">
        <p14:creationId xmlns:p14="http://schemas.microsoft.com/office/powerpoint/2010/main" val="4041068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DA0BC2-AA1D-9B1E-4EE2-36D87041F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整除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18A35D-5B47-5211-4D30-D9E165784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对于</a:t>
            </a:r>
            <a:r>
              <a:rPr lang="en-US" altLang="zh-CN" dirty="0"/>
              <a:t>2,3,5,11</a:t>
            </a:r>
            <a:r>
              <a:rPr lang="zh-CN" altLang="en-US" dirty="0"/>
              <a:t>的倍数的性质</a:t>
            </a:r>
            <a:endParaRPr lang="en-US" altLang="zh-CN" dirty="0"/>
          </a:p>
          <a:p>
            <a:r>
              <a:rPr lang="en-US" altLang="zh-CN" dirty="0"/>
              <a:t>7</a:t>
            </a:r>
          </a:p>
          <a:p>
            <a:pPr lvl="1"/>
            <a:r>
              <a:rPr lang="zh-CN" altLang="en-US" dirty="0"/>
              <a:t>将末位乘</a:t>
            </a:r>
            <a:r>
              <a:rPr lang="en-US" altLang="zh-CN" dirty="0"/>
              <a:t>2</a:t>
            </a:r>
            <a:r>
              <a:rPr lang="zh-CN" altLang="en-US" dirty="0"/>
              <a:t>后从剩余的数字中剪掉</a:t>
            </a:r>
            <a:endParaRPr lang="en-US" altLang="zh-CN" dirty="0"/>
          </a:p>
          <a:p>
            <a:r>
              <a:rPr lang="en-US" altLang="zh-CN" dirty="0"/>
              <a:t>13? 17?</a:t>
            </a:r>
          </a:p>
        </p:txBody>
      </p:sp>
    </p:spTree>
    <p:extLst>
      <p:ext uri="{BB962C8B-B14F-4D97-AF65-F5344CB8AC3E}">
        <p14:creationId xmlns:p14="http://schemas.microsoft.com/office/powerpoint/2010/main" val="4245210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BC8971-5897-6108-5690-6E9289BF4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题目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145150-F4D3-605D-89ED-7AAFC1990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zh-CN" dirty="0"/>
              <a:t>Consider all positive four-digit integers consisting of only even digits. What fraction of these integers are divisible by 4?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42899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82CFF3-FC7D-CEF1-086F-0D9398FD3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模运算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A7FCE6-B975-FFA7-AC5A-CE2AD9685E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模</a:t>
            </a:r>
            <a:r>
              <a:rPr lang="en-US" altLang="zh-CN" dirty="0"/>
              <a:t>B(A mod B)</a:t>
            </a:r>
            <a:r>
              <a:rPr lang="zh-CN" altLang="en-US" dirty="0"/>
              <a:t>指的是</a:t>
            </a:r>
            <a:r>
              <a:rPr lang="en-US" altLang="zh-CN" dirty="0"/>
              <a:t>A</a:t>
            </a:r>
            <a:r>
              <a:rPr lang="zh-CN" altLang="en-US" dirty="0"/>
              <a:t>除以</a:t>
            </a:r>
            <a:r>
              <a:rPr lang="en-US" altLang="zh-CN" dirty="0"/>
              <a:t>B</a:t>
            </a:r>
            <a:r>
              <a:rPr lang="zh-CN" altLang="en-US" dirty="0"/>
              <a:t>的余数。例如，</a:t>
            </a:r>
            <a:r>
              <a:rPr lang="en-US" altLang="zh-CN" dirty="0"/>
              <a:t>18 mod 5 = 3.</a:t>
            </a:r>
          </a:p>
          <a:p>
            <a:r>
              <a:rPr lang="zh-CN" altLang="en-US" dirty="0"/>
              <a:t>模运算是否保持加减乘除？</a:t>
            </a:r>
            <a:endParaRPr lang="en-US" altLang="zh-CN" dirty="0"/>
          </a:p>
          <a:p>
            <a:pPr lvl="1"/>
            <a:r>
              <a:rPr lang="zh-CN" altLang="en-US" dirty="0"/>
              <a:t>为什么？</a:t>
            </a:r>
          </a:p>
        </p:txBody>
      </p:sp>
    </p:spTree>
    <p:extLst>
      <p:ext uri="{BB962C8B-B14F-4D97-AF65-F5344CB8AC3E}">
        <p14:creationId xmlns:p14="http://schemas.microsoft.com/office/powerpoint/2010/main" val="243594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B1A3D-3AA3-C4D7-CE30-CCFFCCC60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题目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289C7-6C98-9DF7-720E-38ED6CDAA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请问：</a:t>
            </a:r>
            <a:r>
              <a:rPr lang="en-US" altLang="zh-CN" dirty="0"/>
              <a:t>3</a:t>
            </a:r>
            <a:r>
              <a:rPr lang="en-US" altLang="zh-CN" baseline="30000" dirty="0"/>
              <a:t>2026</a:t>
            </a:r>
            <a:r>
              <a:rPr lang="zh-CN" altLang="en-US" dirty="0"/>
              <a:t>除以</a:t>
            </a:r>
            <a:r>
              <a:rPr lang="en-US" altLang="zh-CN" dirty="0"/>
              <a:t>4</a:t>
            </a:r>
            <a:r>
              <a:rPr lang="zh-CN" altLang="en-US" dirty="0"/>
              <a:t>的余数是多少？</a:t>
            </a:r>
          </a:p>
        </p:txBody>
      </p:sp>
    </p:spTree>
    <p:extLst>
      <p:ext uri="{BB962C8B-B14F-4D97-AF65-F5344CB8AC3E}">
        <p14:creationId xmlns:p14="http://schemas.microsoft.com/office/powerpoint/2010/main" val="2197324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B684D1-60F5-C30F-207A-715F6F0FD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模运算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B7131C-1E9B-644D-1141-01AF63B04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负数能否被模运算</a:t>
            </a:r>
          </a:p>
        </p:txBody>
      </p:sp>
    </p:spTree>
    <p:extLst>
      <p:ext uri="{BB962C8B-B14F-4D97-AF65-F5344CB8AC3E}">
        <p14:creationId xmlns:p14="http://schemas.microsoft.com/office/powerpoint/2010/main" val="4150684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5DCC81-2D4D-2FF8-2340-DEA7F5B24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题目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DA6286-7A87-14A8-B686-36C333CBD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Let N be the unique positive integer such that dividing 273436 by N leaves a remainder of 16 and dividing 272760 by N leaves a remainder of 15. What is the tens digit of N?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60974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8CF323-90AD-1264-A587-CC97B47FE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D331E2-890C-DEE2-2E09-ACD83AA168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假设现在你是一种猎物。你的品种每过几年繁殖一次。现在请问：如果你能介入，你会让你的品种每几年繁殖一次？</a:t>
            </a:r>
            <a:endParaRPr lang="en-US" altLang="zh-CN" dirty="0"/>
          </a:p>
          <a:p>
            <a:pPr lvl="1"/>
            <a:r>
              <a:rPr lang="zh-CN" altLang="en-US" dirty="0"/>
              <a:t>考虑以下几点：繁殖那年你们很薄弱，容易被灭</a:t>
            </a:r>
            <a:endParaRPr lang="en-US" altLang="zh-CN" dirty="0"/>
          </a:p>
          <a:p>
            <a:pPr lvl="1"/>
            <a:r>
              <a:rPr lang="zh-CN" altLang="en-US" dirty="0"/>
              <a:t>你的天敌也是每过几年都会繁殖一次，频率较短，比如</a:t>
            </a:r>
            <a:r>
              <a:rPr lang="en-US" altLang="zh-CN" dirty="0"/>
              <a:t>2</a:t>
            </a:r>
            <a:r>
              <a:rPr lang="zh-CN" altLang="en-US" dirty="0"/>
              <a:t>年，</a:t>
            </a:r>
            <a:r>
              <a:rPr lang="en-US" altLang="zh-CN" dirty="0"/>
              <a:t>3</a:t>
            </a:r>
            <a:r>
              <a:rPr lang="zh-CN" altLang="en-US" dirty="0"/>
              <a:t>年，等等。</a:t>
            </a:r>
            <a:endParaRPr lang="en-US" altLang="zh-CN" dirty="0"/>
          </a:p>
          <a:p>
            <a:pPr lvl="1"/>
            <a:r>
              <a:rPr lang="zh-CN" altLang="en-US" dirty="0"/>
              <a:t>天敌繁殖那年会捕食更多</a:t>
            </a:r>
            <a:endParaRPr lang="en-US" altLang="zh-CN" dirty="0"/>
          </a:p>
          <a:p>
            <a:pPr lvl="1"/>
            <a:r>
              <a:rPr lang="zh-CN" altLang="en-US" dirty="0"/>
              <a:t>你希望你能尽可能的避免有天敌繁殖的年自身也繁殖</a:t>
            </a:r>
          </a:p>
        </p:txBody>
      </p:sp>
    </p:spTree>
    <p:extLst>
      <p:ext uri="{BB962C8B-B14F-4D97-AF65-F5344CB8AC3E}">
        <p14:creationId xmlns:p14="http://schemas.microsoft.com/office/powerpoint/2010/main" val="26908500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7887B1-AB4A-2466-D1DC-FE274D884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质数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30ECF0-6199-EAD3-3D1A-AC9793035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质数是指只能被自己和</a:t>
            </a:r>
            <a:r>
              <a:rPr lang="en-US" altLang="zh-CN" dirty="0"/>
              <a:t>1</a:t>
            </a:r>
            <a:r>
              <a:rPr lang="zh-CN" altLang="en-US" dirty="0"/>
              <a:t>整除的数字</a:t>
            </a:r>
            <a:endParaRPr lang="en-US" altLang="zh-CN" dirty="0"/>
          </a:p>
          <a:p>
            <a:r>
              <a:rPr lang="en-US" altLang="zh-CN" dirty="0"/>
              <a:t>1</a:t>
            </a:r>
            <a:r>
              <a:rPr lang="zh-CN" altLang="en-US" dirty="0"/>
              <a:t>不是质数</a:t>
            </a:r>
            <a:endParaRPr lang="en-US" altLang="zh-CN" dirty="0"/>
          </a:p>
          <a:p>
            <a:r>
              <a:rPr lang="zh-CN" altLang="en-US" dirty="0"/>
              <a:t>怎么快速验证一个数字是否是质数？</a:t>
            </a:r>
          </a:p>
        </p:txBody>
      </p:sp>
    </p:spTree>
    <p:extLst>
      <p:ext uri="{BB962C8B-B14F-4D97-AF65-F5344CB8AC3E}">
        <p14:creationId xmlns:p14="http://schemas.microsoft.com/office/powerpoint/2010/main" val="4167531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1ECC6C-4CCC-009D-DBEA-DCDEAA262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题目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8CC332-FDD5-BB03-F1F7-FC8C6B24D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两个质数的乘积是</a:t>
            </a:r>
            <a:r>
              <a:rPr lang="en-US" altLang="zh-CN" dirty="0"/>
              <a:t>199982</a:t>
            </a:r>
            <a:r>
              <a:rPr lang="zh-CN" altLang="en-US" dirty="0"/>
              <a:t>。它们是多少？</a:t>
            </a:r>
          </a:p>
        </p:txBody>
      </p:sp>
    </p:spTree>
    <p:extLst>
      <p:ext uri="{BB962C8B-B14F-4D97-AF65-F5344CB8AC3E}">
        <p14:creationId xmlns:p14="http://schemas.microsoft.com/office/powerpoint/2010/main" val="818703726"/>
      </p:ext>
    </p:extLst>
  </p:cSld>
  <p:clrMapOvr>
    <a:masterClrMapping/>
  </p:clrMapOvr>
</p:sld>
</file>

<file path=ppt/theme/theme1.xml><?xml version="1.0" encoding="utf-8"?>
<a:theme xmlns:a="http://schemas.openxmlformats.org/drawingml/2006/main" name="切片">
  <a:themeElements>
    <a:clrScheme name="切片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切片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切片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46</TotalTime>
  <Words>285</Words>
  <Application>Microsoft Office PowerPoint</Application>
  <PresentationFormat>宽屏</PresentationFormat>
  <Paragraphs>31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Arial</vt:lpstr>
      <vt:lpstr>Century Gothic</vt:lpstr>
      <vt:lpstr>Wingdings 3</vt:lpstr>
      <vt:lpstr>切片</vt:lpstr>
      <vt:lpstr>数论 Number theory</vt:lpstr>
      <vt:lpstr>整除</vt:lpstr>
      <vt:lpstr>题目</vt:lpstr>
      <vt:lpstr>模运算</vt:lpstr>
      <vt:lpstr>题目</vt:lpstr>
      <vt:lpstr>模运算</vt:lpstr>
      <vt:lpstr>题目</vt:lpstr>
      <vt:lpstr>蝉</vt:lpstr>
      <vt:lpstr>质数</vt:lpstr>
      <vt:lpstr>题目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Brian Yang</dc:creator>
  <cp:lastModifiedBy>Brian Yang</cp:lastModifiedBy>
  <cp:revision>2</cp:revision>
  <dcterms:created xsi:type="dcterms:W3CDTF">2026-06-15T01:11:58Z</dcterms:created>
  <dcterms:modified xsi:type="dcterms:W3CDTF">2026-06-15T01:58:42Z</dcterms:modified>
</cp:coreProperties>
</file>