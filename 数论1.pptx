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1" r:id="rId4"/>
    <p:sldId id="258" r:id="rId5"/>
    <p:sldId id="263" r:id="rId6"/>
    <p:sldId id="264" r:id="rId7"/>
    <p:sldId id="262" r:id="rId8"/>
    <p:sldId id="260" r:id="rId9"/>
    <p:sldId id="259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225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F76E0-5DF6-420C-9405-88B7DA24698C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1048-B502-4E0C-B7C1-CE6DA9939EF4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62609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F76E0-5DF6-420C-9405-88B7DA24698C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1048-B502-4E0C-B7C1-CE6DA9939E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14175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F76E0-5DF6-420C-9405-88B7DA24698C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1048-B502-4E0C-B7C1-CE6DA9939E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67017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F76E0-5DF6-420C-9405-88B7DA24698C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1048-B502-4E0C-B7C1-CE6DA9939E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57886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F76E0-5DF6-420C-9405-88B7DA24698C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1048-B502-4E0C-B7C1-CE6DA9939E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26125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F76E0-5DF6-420C-9405-88B7DA24698C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1048-B502-4E0C-B7C1-CE6DA9939E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53846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F76E0-5DF6-420C-9405-88B7DA24698C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1048-B502-4E0C-B7C1-CE6DA9939E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97284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F76E0-5DF6-420C-9405-88B7DA24698C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1048-B502-4E0C-B7C1-CE6DA9939E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1118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F76E0-5DF6-420C-9405-88B7DA24698C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1048-B502-4E0C-B7C1-CE6DA9939E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79854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F76E0-5DF6-420C-9405-88B7DA24698C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1048-B502-4E0C-B7C1-CE6DA9939E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92852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F76E0-5DF6-420C-9405-88B7DA24698C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1048-B502-4E0C-B7C1-CE6DA9939E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18074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F76E0-5DF6-420C-9405-88B7DA24698C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1048-B502-4E0C-B7C1-CE6DA9939EF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099387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F76E0-5DF6-420C-9405-88B7DA24698C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1048-B502-4E0C-B7C1-CE6DA9939E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74473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F76E0-5DF6-420C-9405-88B7DA24698C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1048-B502-4E0C-B7C1-CE6DA9939EF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714864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F76E0-5DF6-420C-9405-88B7DA24698C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1048-B502-4E0C-B7C1-CE6DA9939E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12232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F76E0-5DF6-420C-9405-88B7DA24698C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1048-B502-4E0C-B7C1-CE6DA9939E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12241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F76E0-5DF6-420C-9405-88B7DA24698C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1048-B502-4E0C-B7C1-CE6DA9939E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88572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BB8F76E0-5DF6-420C-9405-88B7DA24698C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F24D1048-B502-4E0C-B7C1-CE6DA9939E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184155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101F0C-C8B5-61E9-41BF-67D99E693EE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数论 </a:t>
            </a:r>
            <a:r>
              <a:rPr lang="en-US" altLang="zh-CN" dirty="0"/>
              <a:t>Number theory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41956F7-936B-C782-30A8-FC7B60D79B5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除法和质数</a:t>
            </a:r>
          </a:p>
        </p:txBody>
      </p:sp>
    </p:spTree>
    <p:extLst>
      <p:ext uri="{BB962C8B-B14F-4D97-AF65-F5344CB8AC3E}">
        <p14:creationId xmlns:p14="http://schemas.microsoft.com/office/powerpoint/2010/main" val="40410682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DA0BC2-AA1D-9B1E-4EE2-36D87041F1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整除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418A35D-5B47-5211-4D30-D9E1657843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对于</a:t>
            </a:r>
            <a:r>
              <a:rPr lang="en-US" altLang="zh-CN" dirty="0"/>
              <a:t>2,3,5,11</a:t>
            </a:r>
            <a:r>
              <a:rPr lang="zh-CN" altLang="en-US" dirty="0"/>
              <a:t>的倍数的性质</a:t>
            </a:r>
            <a:endParaRPr lang="en-US" altLang="zh-CN" dirty="0"/>
          </a:p>
          <a:p>
            <a:r>
              <a:rPr lang="en-US" altLang="zh-CN" dirty="0"/>
              <a:t>7</a:t>
            </a:r>
          </a:p>
          <a:p>
            <a:pPr lvl="1"/>
            <a:r>
              <a:rPr lang="zh-CN" altLang="en-US" dirty="0"/>
              <a:t>将末位乘</a:t>
            </a:r>
            <a:r>
              <a:rPr lang="en-US" altLang="zh-CN" dirty="0"/>
              <a:t>2</a:t>
            </a:r>
            <a:r>
              <a:rPr lang="zh-CN" altLang="en-US" dirty="0"/>
              <a:t>后从剩余的数字中剪掉</a:t>
            </a:r>
            <a:endParaRPr lang="en-US" altLang="zh-CN" dirty="0"/>
          </a:p>
          <a:p>
            <a:r>
              <a:rPr lang="en-US" altLang="zh-CN" dirty="0"/>
              <a:t>13? 17?</a:t>
            </a:r>
          </a:p>
        </p:txBody>
      </p:sp>
    </p:spTree>
    <p:extLst>
      <p:ext uri="{BB962C8B-B14F-4D97-AF65-F5344CB8AC3E}">
        <p14:creationId xmlns:p14="http://schemas.microsoft.com/office/powerpoint/2010/main" val="42452109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BC8971-5897-6108-5690-6E9289BF4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题目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9145150-F4D3-605D-89ED-7AAFC19906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Consider all positive four-digit integers consisting of only even digits. What fraction of these integers are divisible by 4?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428991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82CFF3-FC7D-CEF1-086F-0D9398FD32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模运算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FA7FCE6-B975-FFA7-AC5A-CE2AD9685E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A</a:t>
            </a:r>
            <a:r>
              <a:rPr lang="zh-CN" altLang="en-US" dirty="0"/>
              <a:t>模</a:t>
            </a:r>
            <a:r>
              <a:rPr lang="en-US" altLang="zh-CN" dirty="0"/>
              <a:t>B(A mod B)</a:t>
            </a:r>
            <a:r>
              <a:rPr lang="zh-CN" altLang="en-US" dirty="0"/>
              <a:t>指的是</a:t>
            </a:r>
            <a:r>
              <a:rPr lang="en-US" altLang="zh-CN" dirty="0"/>
              <a:t>A</a:t>
            </a:r>
            <a:r>
              <a:rPr lang="zh-CN" altLang="en-US" dirty="0"/>
              <a:t>除以</a:t>
            </a:r>
            <a:r>
              <a:rPr lang="en-US" altLang="zh-CN" dirty="0"/>
              <a:t>B</a:t>
            </a:r>
            <a:r>
              <a:rPr lang="zh-CN" altLang="en-US" dirty="0"/>
              <a:t>的余数。例如，</a:t>
            </a:r>
            <a:r>
              <a:rPr lang="en-US" altLang="zh-CN" dirty="0"/>
              <a:t>18 mod 5 = 3.</a:t>
            </a:r>
          </a:p>
          <a:p>
            <a:r>
              <a:rPr lang="zh-CN" altLang="en-US" dirty="0"/>
              <a:t>模运算是否保持加减乘除？</a:t>
            </a:r>
            <a:endParaRPr lang="en-US" altLang="zh-CN" dirty="0"/>
          </a:p>
          <a:p>
            <a:pPr lvl="1"/>
            <a:r>
              <a:rPr lang="zh-CN" altLang="en-US" dirty="0"/>
              <a:t>为什么？</a:t>
            </a:r>
          </a:p>
        </p:txBody>
      </p:sp>
    </p:spTree>
    <p:extLst>
      <p:ext uri="{BB962C8B-B14F-4D97-AF65-F5344CB8AC3E}">
        <p14:creationId xmlns:p14="http://schemas.microsoft.com/office/powerpoint/2010/main" val="24359446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2B1A3D-3AA3-C4D7-CE30-CCFFCCC60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题目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F3289C7-6C98-9DF7-720E-38ED6CDAA2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请问：</a:t>
            </a:r>
            <a:r>
              <a:rPr lang="en-US" altLang="zh-CN" dirty="0"/>
              <a:t>3</a:t>
            </a:r>
            <a:r>
              <a:rPr lang="en-US" altLang="zh-CN" baseline="30000" dirty="0"/>
              <a:t>2026</a:t>
            </a:r>
            <a:r>
              <a:rPr lang="zh-CN" altLang="en-US" dirty="0"/>
              <a:t>除以</a:t>
            </a:r>
            <a:r>
              <a:rPr lang="en-US" altLang="zh-CN" dirty="0"/>
              <a:t>4</a:t>
            </a:r>
            <a:r>
              <a:rPr lang="zh-CN" altLang="en-US" dirty="0"/>
              <a:t>的余数是多少？</a:t>
            </a:r>
          </a:p>
        </p:txBody>
      </p:sp>
    </p:spTree>
    <p:extLst>
      <p:ext uri="{BB962C8B-B14F-4D97-AF65-F5344CB8AC3E}">
        <p14:creationId xmlns:p14="http://schemas.microsoft.com/office/powerpoint/2010/main" val="21973244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B684D1-60F5-C30F-207A-715F6F0FD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模运算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8B7131C-1E9B-644D-1141-01AF63B04D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负数能否被模运算</a:t>
            </a:r>
          </a:p>
        </p:txBody>
      </p:sp>
    </p:spTree>
    <p:extLst>
      <p:ext uri="{BB962C8B-B14F-4D97-AF65-F5344CB8AC3E}">
        <p14:creationId xmlns:p14="http://schemas.microsoft.com/office/powerpoint/2010/main" val="41506846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5DCC81-2D4D-2FF8-2340-DEA7F5B24A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题目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6DA6286-7A87-14A8-B686-36C333CBD6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Let N be the unique positive integer such that dividing 273436 by N leaves a remainder of 16 and dividing 272760 by N leaves a remainder of 15. What is the tens digit of N?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609745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8CF323-90AD-1264-A587-CC97B47FE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7D331E2-890C-DEE2-2E09-ACD83AA168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假设现在你是一种猎物。你的品种每过几年繁殖一次。现在请问：如果你能介入，你会让你的品种每几年繁殖一次？</a:t>
            </a:r>
            <a:endParaRPr lang="en-US" altLang="zh-CN" dirty="0"/>
          </a:p>
          <a:p>
            <a:pPr lvl="1"/>
            <a:r>
              <a:rPr lang="zh-CN" altLang="en-US" dirty="0"/>
              <a:t>考虑以下几点：繁殖那年你们很薄弱，容易被灭</a:t>
            </a:r>
            <a:endParaRPr lang="en-US" altLang="zh-CN" dirty="0"/>
          </a:p>
          <a:p>
            <a:pPr lvl="1"/>
            <a:r>
              <a:rPr lang="zh-CN" altLang="en-US" dirty="0"/>
              <a:t>你的天敌也是每过几年都会繁殖一次，频率较短，比如</a:t>
            </a:r>
            <a:r>
              <a:rPr lang="en-US" altLang="zh-CN" dirty="0"/>
              <a:t>2</a:t>
            </a:r>
            <a:r>
              <a:rPr lang="zh-CN" altLang="en-US" dirty="0"/>
              <a:t>年，</a:t>
            </a:r>
            <a:r>
              <a:rPr lang="en-US" altLang="zh-CN" dirty="0"/>
              <a:t>3</a:t>
            </a:r>
            <a:r>
              <a:rPr lang="zh-CN" altLang="en-US" dirty="0"/>
              <a:t>年，等等。</a:t>
            </a:r>
            <a:endParaRPr lang="en-US" altLang="zh-CN" dirty="0"/>
          </a:p>
          <a:p>
            <a:pPr lvl="1"/>
            <a:r>
              <a:rPr lang="zh-CN" altLang="en-US" dirty="0"/>
              <a:t>天敌繁殖那年会捕食更多</a:t>
            </a:r>
            <a:endParaRPr lang="en-US" altLang="zh-CN" dirty="0"/>
          </a:p>
          <a:p>
            <a:pPr lvl="1"/>
            <a:r>
              <a:rPr lang="zh-CN" altLang="en-US" dirty="0"/>
              <a:t>你希望你能尽可能的避免有天敌繁殖的年自身也繁殖</a:t>
            </a:r>
          </a:p>
        </p:txBody>
      </p:sp>
    </p:spTree>
    <p:extLst>
      <p:ext uri="{BB962C8B-B14F-4D97-AF65-F5344CB8AC3E}">
        <p14:creationId xmlns:p14="http://schemas.microsoft.com/office/powerpoint/2010/main" val="26908500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7887B1-AB4A-2466-D1DC-FE274D884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质数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130ECF0-6199-EAD3-3D1A-AC9793035E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质数是指只能被自己和</a:t>
            </a:r>
            <a:r>
              <a:rPr lang="en-US" altLang="zh-CN" dirty="0"/>
              <a:t>1</a:t>
            </a:r>
            <a:r>
              <a:rPr lang="zh-CN" altLang="en-US" dirty="0"/>
              <a:t>整除的数字</a:t>
            </a:r>
            <a:endParaRPr lang="en-US" altLang="zh-CN" dirty="0"/>
          </a:p>
          <a:p>
            <a:r>
              <a:rPr lang="en-US" altLang="zh-CN" dirty="0"/>
              <a:t>1</a:t>
            </a:r>
            <a:r>
              <a:rPr lang="zh-CN" altLang="en-US" dirty="0"/>
              <a:t>不是质数</a:t>
            </a:r>
            <a:endParaRPr lang="en-US" altLang="zh-CN" dirty="0"/>
          </a:p>
          <a:p>
            <a:r>
              <a:rPr lang="zh-CN" altLang="en-US" dirty="0"/>
              <a:t>怎么快速验证一个数字是否是质数？</a:t>
            </a:r>
          </a:p>
        </p:txBody>
      </p:sp>
    </p:spTree>
    <p:extLst>
      <p:ext uri="{BB962C8B-B14F-4D97-AF65-F5344CB8AC3E}">
        <p14:creationId xmlns:p14="http://schemas.microsoft.com/office/powerpoint/2010/main" val="41675318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1ECC6C-4CCC-009D-DBEA-DCDEAA262F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题目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48CC332-FDD5-BB03-F1F7-FC8C6B24D4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两个质数的乘积是</a:t>
            </a:r>
            <a:r>
              <a:rPr lang="en-US" altLang="zh-CN" dirty="0"/>
              <a:t>199982</a:t>
            </a:r>
            <a:r>
              <a:rPr lang="zh-CN" altLang="en-US" dirty="0"/>
              <a:t>。它们是多少？</a:t>
            </a:r>
          </a:p>
        </p:txBody>
      </p:sp>
    </p:spTree>
    <p:extLst>
      <p:ext uri="{BB962C8B-B14F-4D97-AF65-F5344CB8AC3E}">
        <p14:creationId xmlns:p14="http://schemas.microsoft.com/office/powerpoint/2010/main" val="8187037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CD3B56-54AD-9638-C0D1-CC716EA78A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分解质因数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238D3E7-18A8-C6A7-20DE-3231D41009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给了一个正整数，这个数字有可能可以被表示为一些数字的乘积，而这些数字也有可能可以再往下拆分。到了最后，剩下的是什么？</a:t>
            </a:r>
            <a:endParaRPr lang="en-US" altLang="zh-CN" dirty="0"/>
          </a:p>
          <a:p>
            <a:r>
              <a:rPr lang="zh-CN" altLang="en-US" dirty="0"/>
              <a:t>从这个，我们能否推断出一个数字有多少个因子？</a:t>
            </a:r>
          </a:p>
        </p:txBody>
      </p:sp>
    </p:spTree>
    <p:extLst>
      <p:ext uri="{BB962C8B-B14F-4D97-AF65-F5344CB8AC3E}">
        <p14:creationId xmlns:p14="http://schemas.microsoft.com/office/powerpoint/2010/main" val="33540419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67407F-5284-714D-3276-5C590C448B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留给你们思考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0DD0BD6-98A3-F44F-E4A8-D643A1F89E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所以蝉会以质数年为循环繁殖。像</a:t>
            </a:r>
            <a:r>
              <a:rPr lang="en-US" altLang="zh-CN" dirty="0"/>
              <a:t>13</a:t>
            </a:r>
            <a:r>
              <a:rPr lang="zh-CN" altLang="en-US" dirty="0"/>
              <a:t>年，</a:t>
            </a:r>
            <a:r>
              <a:rPr lang="en-US" altLang="zh-CN" dirty="0"/>
              <a:t>17</a:t>
            </a:r>
            <a:r>
              <a:rPr lang="zh-CN" altLang="en-US" dirty="0"/>
              <a:t>年。</a:t>
            </a:r>
            <a:endParaRPr lang="en-US" altLang="zh-CN" dirty="0"/>
          </a:p>
          <a:p>
            <a:r>
              <a:rPr lang="zh-CN" altLang="en-US" dirty="0"/>
              <a:t>那我们可以发现假设一个天敌每三年繁殖一次，那么它们回每</a:t>
            </a:r>
            <a:r>
              <a:rPr lang="en-US" altLang="zh-CN" dirty="0"/>
              <a:t>3*13=39</a:t>
            </a:r>
            <a:r>
              <a:rPr lang="zh-CN" altLang="en-US" dirty="0"/>
              <a:t>或</a:t>
            </a:r>
            <a:r>
              <a:rPr lang="en-US" altLang="zh-CN" dirty="0"/>
              <a:t>3*17=51</a:t>
            </a:r>
            <a:r>
              <a:rPr lang="zh-CN" altLang="en-US" dirty="0"/>
              <a:t>年才相遇。这是质数的好处。反而，如果另一个猎物每</a:t>
            </a:r>
            <a:r>
              <a:rPr lang="en-US" altLang="zh-CN" dirty="0"/>
              <a:t>12</a:t>
            </a:r>
            <a:r>
              <a:rPr lang="zh-CN" altLang="en-US" dirty="0"/>
              <a:t>年繁殖一次，那么它们会和天敌每</a:t>
            </a:r>
            <a:r>
              <a:rPr lang="en-US" altLang="zh-CN" dirty="0"/>
              <a:t>12</a:t>
            </a:r>
            <a:r>
              <a:rPr lang="zh-CN" altLang="en-US" dirty="0"/>
              <a:t>年就相遇了。因为</a:t>
            </a:r>
            <a:r>
              <a:rPr lang="en-US" altLang="zh-CN" dirty="0"/>
              <a:t>12</a:t>
            </a:r>
            <a:r>
              <a:rPr lang="zh-CN" altLang="en-US" dirty="0"/>
              <a:t>是</a:t>
            </a:r>
            <a:r>
              <a:rPr lang="en-US" altLang="zh-CN" dirty="0"/>
              <a:t>3</a:t>
            </a:r>
            <a:r>
              <a:rPr lang="zh-CN" altLang="en-US" dirty="0"/>
              <a:t>和</a:t>
            </a:r>
            <a:r>
              <a:rPr lang="en-US" altLang="zh-CN" dirty="0"/>
              <a:t>12</a:t>
            </a:r>
            <a:r>
              <a:rPr lang="zh-CN" altLang="en-US" dirty="0"/>
              <a:t>的最小公倍数</a:t>
            </a:r>
            <a:r>
              <a:rPr lang="en-US" altLang="zh-CN" dirty="0"/>
              <a:t>(Least Common Multiple)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en-US" dirty="0"/>
              <a:t>那么请问给了两个数</a:t>
            </a:r>
            <a:r>
              <a:rPr lang="en-US" altLang="zh-CN" dirty="0"/>
              <a:t>x, y</a:t>
            </a:r>
            <a:r>
              <a:rPr lang="zh-CN" altLang="en-US" dirty="0"/>
              <a:t>，如何求出它们的最大公约数？如果是多个数字呢？</a:t>
            </a:r>
          </a:p>
        </p:txBody>
      </p:sp>
    </p:spTree>
    <p:extLst>
      <p:ext uri="{BB962C8B-B14F-4D97-AF65-F5344CB8AC3E}">
        <p14:creationId xmlns:p14="http://schemas.microsoft.com/office/powerpoint/2010/main" val="9048177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08E64B-8342-C2A0-6C80-3C8614C4F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课后作业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1EFB67C-CB4B-D2CC-8AE3-1B5308A67C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(2023 Problem 22). </a:t>
            </a:r>
            <a:r>
              <a:rPr lang="zh-CN" altLang="zh-CN" dirty="0"/>
              <a:t>In a sequence of positive integers, each term after the second is the product of the previous two terms. The sixth term in the sequence is 4000. What is the fourth term?</a:t>
            </a:r>
            <a:endParaRPr lang="en-US" altLang="zh-CN" dirty="0"/>
          </a:p>
          <a:p>
            <a:r>
              <a:rPr lang="en-US" altLang="zh-CN" dirty="0"/>
              <a:t>N is a four digit number. We are given that all of N’s digits are prime, N mod 11 is 0, and that N is divisible by 36. Find the number </a:t>
            </a:r>
            <a:r>
              <a:rPr lang="en-US" altLang="zh-CN"/>
              <a:t>of divisors of N.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53386580"/>
      </p:ext>
    </p:extLst>
  </p:cSld>
  <p:clrMapOvr>
    <a:masterClrMapping/>
  </p:clrMapOvr>
</p:sld>
</file>

<file path=ppt/theme/theme1.xml><?xml version="1.0" encoding="utf-8"?>
<a:theme xmlns:a="http://schemas.openxmlformats.org/drawingml/2006/main" name="切片">
  <a:themeElements>
    <a:clrScheme name="切片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切片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切片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86</TotalTime>
  <Words>535</Words>
  <Application>Microsoft Office PowerPoint</Application>
  <PresentationFormat>宽屏</PresentationFormat>
  <Paragraphs>41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6" baseType="lpstr">
      <vt:lpstr>Century Gothic</vt:lpstr>
      <vt:lpstr>Wingdings 3</vt:lpstr>
      <vt:lpstr>切片</vt:lpstr>
      <vt:lpstr>数论 Number theory</vt:lpstr>
      <vt:lpstr>整除</vt:lpstr>
      <vt:lpstr>题目</vt:lpstr>
      <vt:lpstr>模运算</vt:lpstr>
      <vt:lpstr>题目</vt:lpstr>
      <vt:lpstr>模运算</vt:lpstr>
      <vt:lpstr>题目</vt:lpstr>
      <vt:lpstr>蝉</vt:lpstr>
      <vt:lpstr>质数</vt:lpstr>
      <vt:lpstr>题目</vt:lpstr>
      <vt:lpstr>分解质因数</vt:lpstr>
      <vt:lpstr>留给你们思考</vt:lpstr>
      <vt:lpstr>课后作业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Brian Yang</dc:creator>
  <cp:lastModifiedBy>Brian Yang</cp:lastModifiedBy>
  <cp:revision>3</cp:revision>
  <dcterms:created xsi:type="dcterms:W3CDTF">2026-06-15T01:11:58Z</dcterms:created>
  <dcterms:modified xsi:type="dcterms:W3CDTF">2026-06-15T15:02:15Z</dcterms:modified>
</cp:coreProperties>
</file>