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46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0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60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9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5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81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81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20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7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773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3469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11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846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103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175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42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80E0AC2-1E87-4440-833D-8C21CADCE9B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8F5DAED-E1D9-458C-BB08-C2B868AFB13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437597C-229D-E1E8-628C-87050D7148DD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44167" y1="15667" x2="44167" y2="1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04" y="0"/>
            <a:ext cx="939496" cy="9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01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48DF7-2CEB-54A5-AD89-EB700E0DB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代数</a:t>
            </a:r>
            <a:r>
              <a:rPr lang="en-US" altLang="zh-CN" dirty="0"/>
              <a:t>algebra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86291B-470D-1ECB-C438-F482D23FED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未知数，未知数运算，一次方程，等差数列</a:t>
            </a:r>
          </a:p>
        </p:txBody>
      </p:sp>
    </p:spTree>
    <p:extLst>
      <p:ext uri="{BB962C8B-B14F-4D97-AF65-F5344CB8AC3E}">
        <p14:creationId xmlns:p14="http://schemas.microsoft.com/office/powerpoint/2010/main" val="353178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45618-752E-0AAA-E894-C64C4C6E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未知数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DE8B9B-6000-6065-FCDD-24EC2845C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未知数是我们在不知道一个数字是多少时赋予它的名字。</a:t>
            </a:r>
            <a:endParaRPr lang="en-US" altLang="zh-CN" dirty="0"/>
          </a:p>
          <a:p>
            <a:pPr lvl="1"/>
            <a:r>
              <a:rPr lang="zh-CN" altLang="en-US" dirty="0"/>
              <a:t>这个名字是什么都可以，为了不混淆我们经常用</a:t>
            </a:r>
            <a:r>
              <a:rPr lang="en-US" altLang="zh-CN" dirty="0" err="1"/>
              <a:t>x,y,z,a,b,c</a:t>
            </a:r>
            <a:r>
              <a:rPr lang="zh-CN" altLang="en-US" dirty="0"/>
              <a:t>或希腊字符。</a:t>
            </a:r>
          </a:p>
        </p:txBody>
      </p:sp>
    </p:spTree>
    <p:extLst>
      <p:ext uri="{BB962C8B-B14F-4D97-AF65-F5344CB8AC3E}">
        <p14:creationId xmlns:p14="http://schemas.microsoft.com/office/powerpoint/2010/main" val="186043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30FB6-1C32-1114-F4D6-1DACA167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CB856-C4B6-5508-F06C-18B0C7FC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比如我们想表示乘法这个运算，那既然这个运算对所有数字都成立，我们就可以用两个未知数，比如：</a:t>
            </a:r>
            <a:endParaRPr lang="en-US" altLang="zh-CN" dirty="0"/>
          </a:p>
          <a:p>
            <a:pPr lvl="1"/>
            <a:r>
              <a:rPr lang="en-US" altLang="zh-CN" dirty="0"/>
              <a:t>A×B=A*A*….*A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这里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可以被替换为任何数字。</a:t>
            </a:r>
            <a:endParaRPr lang="en-US" altLang="zh-CN" dirty="0"/>
          </a:p>
          <a:p>
            <a:r>
              <a:rPr lang="zh-CN" altLang="en-US" dirty="0"/>
              <a:t>因为未知数</a:t>
            </a:r>
            <a:r>
              <a:rPr lang="en-US" altLang="zh-CN" dirty="0"/>
              <a:t>x</a:t>
            </a:r>
            <a:r>
              <a:rPr lang="zh-CN" altLang="en-US" dirty="0"/>
              <a:t>跟乘号很像，数学家渐渐的开始省略乘号，或用点来表示乘法：</a:t>
            </a:r>
            <a:r>
              <a:rPr lang="en-US" altLang="zh-CN" dirty="0"/>
              <a:t>ab=</a:t>
            </a:r>
            <a:r>
              <a:rPr lang="en-US" altLang="zh-CN" dirty="0" err="1"/>
              <a:t>a×b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04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7E09C-BB83-5024-BDCE-7D10DD08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基础等式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CC571-BCF9-10F3-94EC-074124452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完全平方</a:t>
            </a:r>
            <a:endParaRPr lang="en-US" altLang="zh-CN" dirty="0"/>
          </a:p>
          <a:p>
            <a:r>
              <a:rPr lang="zh-CN" altLang="en-US" dirty="0"/>
              <a:t>平方差</a:t>
            </a:r>
            <a:endParaRPr lang="en-US" altLang="zh-CN" dirty="0"/>
          </a:p>
          <a:p>
            <a:r>
              <a:rPr lang="zh-CN" altLang="en-US" dirty="0"/>
              <a:t>立方和</a:t>
            </a:r>
            <a:endParaRPr lang="en-US" altLang="zh-CN" dirty="0"/>
          </a:p>
          <a:p>
            <a:r>
              <a:rPr lang="zh-CN" altLang="en-US" dirty="0"/>
              <a:t>立方差</a:t>
            </a:r>
            <a:endParaRPr lang="en-US" altLang="zh-CN" dirty="0"/>
          </a:p>
          <a:p>
            <a:r>
              <a:rPr lang="zh-CN" altLang="en-US" dirty="0"/>
              <a:t>完全立方</a:t>
            </a:r>
            <a:endParaRPr lang="en-US" altLang="zh-CN" dirty="0"/>
          </a:p>
          <a:p>
            <a:r>
              <a:rPr lang="zh-CN" altLang="en-US" dirty="0"/>
              <a:t>三项完全平方</a:t>
            </a:r>
            <a:endParaRPr lang="en-US" altLang="zh-CN" dirty="0"/>
          </a:p>
          <a:p>
            <a:r>
              <a:rPr lang="zh-CN" altLang="en-US" dirty="0"/>
              <a:t>欧拉立方等式</a:t>
            </a:r>
          </a:p>
        </p:txBody>
      </p:sp>
    </p:spTree>
    <p:extLst>
      <p:ext uri="{BB962C8B-B14F-4D97-AF65-F5344CB8AC3E}">
        <p14:creationId xmlns:p14="http://schemas.microsoft.com/office/powerpoint/2010/main" val="397137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11060-BC34-F7D7-AAB2-9A74A349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D7B817-DBAF-0496-7519-7C6107625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方程就是我们通过未知数得到的效果</a:t>
                </a:r>
                <a:endParaRPr lang="en-US" altLang="zh-CN" dirty="0"/>
              </a:p>
              <a:p>
                <a:r>
                  <a:rPr lang="zh-CN" altLang="en-US" dirty="0"/>
                  <a:t>如果我们知道一个数字的性质，要反过来求这个数字，经常用到方程。</a:t>
                </a:r>
                <a:endParaRPr lang="en-US" altLang="zh-CN" dirty="0"/>
              </a:p>
              <a:p>
                <a:r>
                  <a:rPr lang="zh-CN" altLang="en-US" dirty="0"/>
                  <a:t>比如我们知道一个数字的两倍等于它自己</a:t>
                </a:r>
                <a:r>
                  <a:rPr lang="en-US" altLang="zh-CN" dirty="0"/>
                  <a:t>+5</a:t>
                </a:r>
                <a:r>
                  <a:rPr lang="zh-CN" altLang="en-US" dirty="0"/>
                  <a:t>，那就是</a:t>
                </a:r>
                <a:r>
                  <a:rPr lang="en-US" altLang="zh-CN" dirty="0"/>
                  <a:t>2x=x+5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注意这里</a:t>
                </a:r>
                <a:r>
                  <a:rPr lang="en-US" altLang="zh-CN" dirty="0"/>
                  <a:t>2x=</a:t>
                </a:r>
                <a:r>
                  <a:rPr lang="en-US" altLang="zh-CN" dirty="0" err="1"/>
                  <a:t>x+x</a:t>
                </a:r>
                <a:r>
                  <a:rPr lang="en-US" altLang="zh-CN" dirty="0"/>
                  <a:t>=2×x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当然也会有更复杂的方程，而因为未知数就像一个数字一样，它可以被随意运用：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+7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注意，这里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都是未知数。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9D7B817-DBAF-0496-7519-7C6107625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956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B4320-F753-34E0-D960-CEBAE8E4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最基础的方程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F9070D-4780-1184-1F03-4BBCF9869B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一次方程指的是未知数最高次数为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的方程，即不会有</a:t>
                </a:r>
                <a:r>
                  <a:rPr lang="en-US" altLang="zh-CN" dirty="0"/>
                  <a:t>x</a:t>
                </a:r>
                <a:r>
                  <a:rPr lang="en-US" altLang="zh-CN" baseline="30000" dirty="0"/>
                  <a:t>2</a:t>
                </a:r>
                <a:r>
                  <a:rPr lang="zh-CN" altLang="en-US" dirty="0"/>
                  <a:t>或</a:t>
                </a:r>
                <a:r>
                  <a:rPr lang="en-US" altLang="zh-CN" dirty="0" err="1"/>
                  <a:t>xy</a:t>
                </a:r>
                <a:r>
                  <a:rPr lang="zh-CN" altLang="en-US" dirty="0"/>
                  <a:t>这种。</a:t>
                </a:r>
                <a:endParaRPr lang="en-US" altLang="zh-CN" dirty="0"/>
              </a:p>
              <a:p>
                <a:r>
                  <a:rPr lang="zh-CN" altLang="en-US" dirty="0"/>
                  <a:t>一次方程一般可以被写成通用的</a:t>
                </a:r>
                <a:r>
                  <a:rPr lang="en-US" altLang="zh-CN" dirty="0"/>
                  <a:t>ax=b</a:t>
                </a:r>
                <a:r>
                  <a:rPr lang="zh-CN" altLang="en-US" dirty="0"/>
                  <a:t>形式，这里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是常数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常数与未知数的区别在于常数在当前式子中是一个固定的值，你可以赋予这个公式中的常数任何值。而未知数则是通过求解得到的。</a:t>
                </a:r>
                <a:endParaRPr lang="en-US" altLang="zh-CN" dirty="0"/>
              </a:p>
              <a:p>
                <a:r>
                  <a:rPr lang="zh-CN" altLang="en-US" dirty="0"/>
                  <a:t>两边除以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得</a:t>
                </a:r>
                <a:r>
                  <a:rPr lang="en-US" altLang="zh-CN" dirty="0"/>
                  <a:t>x=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en-US" dirty="0"/>
                  <a:t>。简单吧？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F9070D-4780-1184-1F03-4BBCF9869B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6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34B07-D823-46B2-0CD7-D3C6F1B6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基础方程概要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12316-BDEA-5B61-35D3-DA3E0348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通分</a:t>
            </a:r>
            <a:endParaRPr lang="en-US" altLang="zh-CN" dirty="0"/>
          </a:p>
          <a:p>
            <a:r>
              <a:rPr lang="zh-CN" altLang="en-US" dirty="0"/>
              <a:t>拆括号（乘法分配律）</a:t>
            </a:r>
            <a:endParaRPr lang="en-US" altLang="zh-CN" dirty="0"/>
          </a:p>
          <a:p>
            <a:r>
              <a:rPr lang="zh-CN" altLang="en-US" dirty="0"/>
              <a:t>合并同类项</a:t>
            </a:r>
            <a:endParaRPr lang="en-US" altLang="zh-CN" dirty="0"/>
          </a:p>
          <a:p>
            <a:r>
              <a:rPr lang="zh-CN" altLang="en-US" dirty="0"/>
              <a:t>解方程</a:t>
            </a:r>
          </a:p>
        </p:txBody>
      </p:sp>
    </p:spTree>
    <p:extLst>
      <p:ext uri="{BB962C8B-B14F-4D97-AF65-F5344CB8AC3E}">
        <p14:creationId xmlns:p14="http://schemas.microsoft.com/office/powerpoint/2010/main" val="422489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F7D48-4546-EA43-C7FF-345C7E72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等差数列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181A4-2D92-463D-F20F-B8464E070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等差数列由一个起始数字</a:t>
            </a:r>
            <a:r>
              <a:rPr lang="en-US" altLang="zh-CN" dirty="0"/>
              <a:t>a</a:t>
            </a:r>
            <a:r>
              <a:rPr lang="zh-CN" altLang="en-US" dirty="0"/>
              <a:t>和一个公差</a:t>
            </a:r>
            <a:r>
              <a:rPr lang="en-US" altLang="zh-CN" dirty="0"/>
              <a:t>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a, </a:t>
            </a:r>
            <a:r>
              <a:rPr lang="en-US" altLang="zh-CN" dirty="0" err="1"/>
              <a:t>a+d</a:t>
            </a:r>
            <a:r>
              <a:rPr lang="en-US" altLang="zh-CN" dirty="0"/>
              <a:t>, a+2d, a+3d, 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146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DEC9E-7F80-F745-6A2B-03BD40E3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通项公式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BE38B-4F46-A357-902D-29DCA8008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递归公式：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en-US" altLang="zh-CN" baseline="-25000" dirty="0"/>
              <a:t>n+1</a:t>
            </a:r>
            <a:r>
              <a:rPr lang="en-US" altLang="zh-CN" dirty="0"/>
              <a:t>=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+d</a:t>
            </a:r>
            <a:endParaRPr lang="en-US" altLang="zh-CN" dirty="0"/>
          </a:p>
          <a:p>
            <a:r>
              <a:rPr lang="zh-CN" altLang="en-US" dirty="0"/>
              <a:t>非递归呢？</a:t>
            </a:r>
          </a:p>
        </p:txBody>
      </p:sp>
    </p:spTree>
    <p:extLst>
      <p:ext uri="{BB962C8B-B14F-4D97-AF65-F5344CB8AC3E}">
        <p14:creationId xmlns:p14="http://schemas.microsoft.com/office/powerpoint/2010/main" val="190680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327C1-9B28-124A-F007-20DB77DBA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91D2E6-51C0-F9D5-20D6-B81D9BC53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求和符号</a:t>
            </a:r>
            <a:endParaRPr lang="en-US" altLang="zh-CN" dirty="0"/>
          </a:p>
          <a:p>
            <a:r>
              <a:rPr lang="zh-CN" altLang="en-US" dirty="0"/>
              <a:t>如何求等差数列项数</a:t>
            </a:r>
            <a:r>
              <a:rPr lang="zh-CN" altLang="en-US"/>
              <a:t>与和？</a:t>
            </a:r>
          </a:p>
        </p:txBody>
      </p:sp>
    </p:spTree>
    <p:extLst>
      <p:ext uri="{BB962C8B-B14F-4D97-AF65-F5344CB8AC3E}">
        <p14:creationId xmlns:p14="http://schemas.microsoft.com/office/powerpoint/2010/main" val="134152341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</TotalTime>
  <Words>633</Words>
  <Application>Microsoft Office PowerPoint</Application>
  <PresentationFormat>宽屏</PresentationFormat>
  <Paragraphs>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Cambria Math</vt:lpstr>
      <vt:lpstr>Century Gothic</vt:lpstr>
      <vt:lpstr>Wingdings 3</vt:lpstr>
      <vt:lpstr>切片</vt:lpstr>
      <vt:lpstr>代数algebra</vt:lpstr>
      <vt:lpstr>未知数</vt:lpstr>
      <vt:lpstr>运算</vt:lpstr>
      <vt:lpstr>基础等式</vt:lpstr>
      <vt:lpstr>方程</vt:lpstr>
      <vt:lpstr>最基础的方程</vt:lpstr>
      <vt:lpstr>基础方程概要</vt:lpstr>
      <vt:lpstr>等差数列</vt:lpstr>
      <vt:lpstr>通项公式</vt:lpstr>
      <vt:lpstr>求和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Yang</dc:creator>
  <cp:lastModifiedBy>Brian Yang</cp:lastModifiedBy>
  <cp:revision>1</cp:revision>
  <dcterms:created xsi:type="dcterms:W3CDTF">2026-07-21T06:03:01Z</dcterms:created>
  <dcterms:modified xsi:type="dcterms:W3CDTF">2026-07-21T07:07:54Z</dcterms:modified>
</cp:coreProperties>
</file>