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7" r:id="rId12"/>
    <p:sldId id="264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62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756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97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4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51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91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71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617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25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57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87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3976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906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023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82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135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1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BE2A77C-3DEA-4BC4-AB23-FA7E2585949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2D8943F-B9EC-4509-B530-208AEBE2D29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5F56AF7-65F5-C118-175D-3BBD6C8DC3C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44333" y1="18333" x2="44333" y2="1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533" y="0"/>
            <a:ext cx="967292" cy="96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82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29886-8258-166E-0CF3-B942E6604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几何</a:t>
            </a:r>
            <a:r>
              <a:rPr lang="en-US" altLang="zh-CN" dirty="0"/>
              <a:t>Geometry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F3DBD-7808-53C9-DA8F-47B97BDE70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特殊三角形，圆，进阶相似</a:t>
            </a:r>
          </a:p>
        </p:txBody>
      </p:sp>
    </p:spTree>
    <p:extLst>
      <p:ext uri="{BB962C8B-B14F-4D97-AF65-F5344CB8AC3E}">
        <p14:creationId xmlns:p14="http://schemas.microsoft.com/office/powerpoint/2010/main" val="331046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24D28-A5FC-B5E7-8F13-BBBFBADD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三角不等式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CB4E09-942D-1B1E-C127-73C52C6D1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两边之和大于第三边</a:t>
            </a:r>
            <a:endParaRPr lang="en-US" altLang="zh-CN" dirty="0"/>
          </a:p>
          <a:p>
            <a:pPr lvl="1"/>
            <a:r>
              <a:rPr lang="zh-CN" altLang="en-US" dirty="0"/>
              <a:t>（可推导出）两边之差小于第三边</a:t>
            </a:r>
          </a:p>
        </p:txBody>
      </p:sp>
    </p:spTree>
    <p:extLst>
      <p:ext uri="{BB962C8B-B14F-4D97-AF65-F5344CB8AC3E}">
        <p14:creationId xmlns:p14="http://schemas.microsoft.com/office/powerpoint/2010/main" val="1289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F39BE-8468-63E7-C10B-5F5AF095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直角三角形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CBCD12-1066-3137-6867-25743C04A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勾股定理</a:t>
            </a:r>
            <a:r>
              <a:rPr lang="en-US" altLang="zh-CN" dirty="0"/>
              <a:t>-a^2+b^2+c^2</a:t>
            </a:r>
          </a:p>
          <a:p>
            <a:r>
              <a:rPr lang="zh-CN" altLang="en-US" dirty="0"/>
              <a:t>因为这个，我们发现在一个直角三角形里，确认两边即可确认第三边</a:t>
            </a:r>
            <a:endParaRPr lang="en-US" altLang="zh-CN" dirty="0"/>
          </a:p>
          <a:p>
            <a:pPr lvl="1"/>
            <a:r>
              <a:rPr lang="en-US" altLang="zh-CN" dirty="0"/>
              <a:t>H.L.</a:t>
            </a:r>
            <a:r>
              <a:rPr lang="zh-CN" altLang="en-US" dirty="0"/>
              <a:t>全等判定</a:t>
            </a:r>
          </a:p>
        </p:txBody>
      </p:sp>
    </p:spTree>
    <p:extLst>
      <p:ext uri="{BB962C8B-B14F-4D97-AF65-F5344CB8AC3E}">
        <p14:creationId xmlns:p14="http://schemas.microsoft.com/office/powerpoint/2010/main" val="160878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1222B-90F2-58B0-E48B-F46848B3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三线</a:t>
            </a:r>
            <a:r>
              <a:rPr lang="en-US" altLang="zh-CN" dirty="0"/>
              <a:t>+1</a:t>
            </a:r>
            <a:r>
              <a:rPr lang="zh-CN" altLang="en-US" dirty="0"/>
              <a:t>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76203-C131-24F0-543D-3D5369B0D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角平分线</a:t>
            </a:r>
            <a:endParaRPr lang="en-US" altLang="zh-CN" dirty="0"/>
          </a:p>
          <a:p>
            <a:r>
              <a:rPr lang="zh-CN" altLang="en-US" dirty="0"/>
              <a:t>垂直平分线</a:t>
            </a:r>
            <a:endParaRPr lang="en-US" altLang="zh-CN" dirty="0"/>
          </a:p>
          <a:p>
            <a:r>
              <a:rPr lang="zh-CN" altLang="en-US" dirty="0"/>
              <a:t>高</a:t>
            </a:r>
            <a:endParaRPr lang="en-US" altLang="zh-CN" dirty="0"/>
          </a:p>
          <a:p>
            <a:r>
              <a:rPr lang="zh-CN" altLang="en-US" dirty="0"/>
              <a:t>中线</a:t>
            </a:r>
          </a:p>
        </p:txBody>
      </p:sp>
    </p:spTree>
    <p:extLst>
      <p:ext uri="{BB962C8B-B14F-4D97-AF65-F5344CB8AC3E}">
        <p14:creationId xmlns:p14="http://schemas.microsoft.com/office/powerpoint/2010/main" val="320358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C4C5-C8D0-EA00-679A-7C96533C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三线（</a:t>
            </a:r>
            <a:r>
              <a:rPr lang="en-US" altLang="zh-CN" dirty="0"/>
              <a:t>+1</a:t>
            </a:r>
            <a:r>
              <a:rPr lang="zh-CN" altLang="en-US" dirty="0"/>
              <a:t>线）合一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CE202-AA75-59C1-3243-17039B995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等边对等角</a:t>
            </a:r>
          </a:p>
        </p:txBody>
      </p:sp>
    </p:spTree>
    <p:extLst>
      <p:ext uri="{BB962C8B-B14F-4D97-AF65-F5344CB8AC3E}">
        <p14:creationId xmlns:p14="http://schemas.microsoft.com/office/powerpoint/2010/main" val="225624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BF7DE-6F23-D15C-D0A6-7230980F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28EF8-991A-2BA2-5C9C-C1B4452F0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圆不是多边形。</a:t>
            </a:r>
            <a:endParaRPr lang="en-US" altLang="zh-CN" dirty="0"/>
          </a:p>
          <a:p>
            <a:r>
              <a:rPr lang="en-US" altLang="zh-CN" dirty="0"/>
              <a:t>Pi</a:t>
            </a:r>
            <a:r>
              <a:rPr lang="zh-CN" altLang="en-US" dirty="0"/>
              <a:t>约等于</a:t>
            </a:r>
            <a:r>
              <a:rPr lang="en-US" altLang="zh-CN" dirty="0"/>
              <a:t>3.14…</a:t>
            </a:r>
            <a:r>
              <a:rPr lang="zh-CN" altLang="en-US" dirty="0"/>
              <a:t>是你们将接触的最重要的无理数</a:t>
            </a:r>
            <a:endParaRPr lang="en-US" altLang="zh-CN" dirty="0"/>
          </a:p>
          <a:p>
            <a:pPr lvl="1"/>
            <a:r>
              <a:rPr lang="en-US" altLang="zh-CN" dirty="0"/>
              <a:t>Pi</a:t>
            </a:r>
            <a:r>
              <a:rPr lang="zh-CN" altLang="en-US" dirty="0"/>
              <a:t>的定义为任何一个标准圆周长除以直径</a:t>
            </a:r>
            <a:endParaRPr lang="en-US" altLang="zh-CN" dirty="0"/>
          </a:p>
          <a:p>
            <a:pPr lvl="1"/>
            <a:r>
              <a:rPr lang="zh-CN" altLang="en-US" dirty="0"/>
              <a:t>因为相似，所以这个比值为一个常数</a:t>
            </a:r>
            <a:r>
              <a:rPr lang="en-US" altLang="zh-CN" dirty="0"/>
              <a:t>-pi</a:t>
            </a:r>
          </a:p>
          <a:p>
            <a:r>
              <a:rPr lang="zh-CN" altLang="en-US" dirty="0"/>
              <a:t>周长</a:t>
            </a:r>
            <a:r>
              <a:rPr lang="en-US" altLang="zh-CN" dirty="0"/>
              <a:t>-2*pi*r</a:t>
            </a:r>
          </a:p>
          <a:p>
            <a:r>
              <a:rPr lang="zh-CN" altLang="en-US" dirty="0"/>
              <a:t>面积</a:t>
            </a:r>
            <a:r>
              <a:rPr lang="en-US" altLang="zh-CN" dirty="0"/>
              <a:t>-pi*r^2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0184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B5F93-D292-DEB2-EA0C-A697ACB0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弧对角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1DBAE-84B5-9641-4DD3-E68B9F37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一个圆的一个弧对应一个角</a:t>
            </a:r>
            <a:endParaRPr lang="en-US" altLang="zh-CN" dirty="0"/>
          </a:p>
          <a:p>
            <a:pPr lvl="1"/>
            <a:r>
              <a:rPr lang="zh-CN" altLang="en-US" dirty="0"/>
              <a:t>圆心角</a:t>
            </a:r>
            <a:r>
              <a:rPr lang="en-US" altLang="zh-CN" dirty="0"/>
              <a:t>=2*</a:t>
            </a:r>
            <a:r>
              <a:rPr lang="zh-CN" altLang="en-US" dirty="0"/>
              <a:t>圆周角</a:t>
            </a:r>
            <a:endParaRPr lang="en-US" altLang="zh-CN" dirty="0"/>
          </a:p>
          <a:p>
            <a:pPr lvl="1"/>
            <a:r>
              <a:rPr lang="zh-CN" altLang="en-US" dirty="0"/>
              <a:t>同弧所对圆周角</a:t>
            </a:r>
            <a:r>
              <a:rPr lang="en-US" altLang="zh-CN" dirty="0"/>
              <a:t>/</a:t>
            </a:r>
            <a:r>
              <a:rPr lang="zh-CN" altLang="en-US" dirty="0"/>
              <a:t>圆心角相等</a:t>
            </a:r>
            <a:endParaRPr lang="en-US" altLang="zh-CN" dirty="0"/>
          </a:p>
          <a:p>
            <a:pPr lvl="1"/>
            <a:r>
              <a:rPr lang="zh-CN" altLang="en-US" dirty="0"/>
              <a:t>弧满足加减乘除。整个周长为</a:t>
            </a:r>
            <a:r>
              <a:rPr lang="en-US" altLang="zh-CN" dirty="0"/>
              <a:t>360</a:t>
            </a:r>
            <a:r>
              <a:rPr lang="zh-CN" altLang="en-US" dirty="0"/>
              <a:t>度圆心角，</a:t>
            </a:r>
            <a:r>
              <a:rPr lang="en-US" altLang="zh-CN" dirty="0"/>
              <a:t>180</a:t>
            </a:r>
            <a:r>
              <a:rPr lang="zh-CN" altLang="en-US" dirty="0"/>
              <a:t>度圆周角</a:t>
            </a:r>
          </a:p>
        </p:txBody>
      </p:sp>
    </p:spTree>
    <p:extLst>
      <p:ext uri="{BB962C8B-B14F-4D97-AF65-F5344CB8AC3E}">
        <p14:creationId xmlns:p14="http://schemas.microsoft.com/office/powerpoint/2010/main" val="1653856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CD4F1-E670-EC66-6B9B-DD426F3F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相似的第二种判定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183C01-9C4B-C16E-FCD0-24D5EC7A4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平行线分线段成比例定理</a:t>
            </a:r>
            <a:endParaRPr lang="en-US" altLang="zh-CN" dirty="0"/>
          </a:p>
          <a:p>
            <a:pPr lvl="1"/>
            <a:r>
              <a:rPr lang="zh-CN" altLang="en-US" dirty="0"/>
              <a:t>面积证明</a:t>
            </a:r>
            <a:endParaRPr lang="en-US" altLang="zh-CN" dirty="0"/>
          </a:p>
          <a:p>
            <a:r>
              <a:rPr lang="zh-CN" altLang="en-US" dirty="0"/>
              <a:t>反方向也成立</a:t>
            </a:r>
            <a:endParaRPr lang="en-US" altLang="zh-CN" dirty="0"/>
          </a:p>
          <a:p>
            <a:pPr lvl="1"/>
            <a:r>
              <a:rPr lang="zh-CN" altLang="en-US" dirty="0"/>
              <a:t>相似的第二种判定：</a:t>
            </a:r>
            <a:r>
              <a:rPr lang="en-US" altLang="zh-CN" dirty="0"/>
              <a:t>S.A.S.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D1CAA9-BAAD-46DE-BDA0-FCDD88C26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024" y="1275280"/>
            <a:ext cx="4772691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6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93DBB-F039-032B-4AD7-DE6481568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旋转相似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0FD01A-343D-9066-7C9C-FAC27457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旋转相似为有共同点的两个相似三角形</a:t>
            </a:r>
            <a:endParaRPr lang="en-US" altLang="zh-CN" dirty="0"/>
          </a:p>
          <a:p>
            <a:pPr lvl="1"/>
            <a:r>
              <a:rPr lang="zh-CN" altLang="en-US" dirty="0"/>
              <a:t>旋转相似永远以对出现</a:t>
            </a:r>
          </a:p>
        </p:txBody>
      </p:sp>
    </p:spTree>
    <p:extLst>
      <p:ext uri="{BB962C8B-B14F-4D97-AF65-F5344CB8AC3E}">
        <p14:creationId xmlns:p14="http://schemas.microsoft.com/office/powerpoint/2010/main" val="179203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777D7-0D52-8798-B90A-FB86A043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相似比的应用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EDCA0E-D90D-ACE5-A967-DFF6DB765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长度比</a:t>
            </a:r>
            <a:r>
              <a:rPr lang="en-US" altLang="zh-CN" dirty="0"/>
              <a:t>VS</a:t>
            </a:r>
            <a:r>
              <a:rPr lang="zh-CN" altLang="en-US" dirty="0"/>
              <a:t>面积比</a:t>
            </a:r>
            <a:endParaRPr lang="en-US" altLang="zh-CN" dirty="0"/>
          </a:p>
          <a:p>
            <a:r>
              <a:rPr lang="zh-CN" altLang="en-US" dirty="0"/>
              <a:t>长度：</a:t>
            </a:r>
            <a:r>
              <a:rPr lang="en-US" altLang="zh-CN" dirty="0"/>
              <a:t>cm</a:t>
            </a:r>
          </a:p>
          <a:p>
            <a:r>
              <a:rPr lang="zh-CN" altLang="en-US" dirty="0"/>
              <a:t>面积：</a:t>
            </a:r>
            <a:r>
              <a:rPr lang="en-US" altLang="zh-CN" dirty="0"/>
              <a:t>cm^2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6863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54944-9BCB-3106-229D-0F948442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540F8D-7EB6-4B80-5A0A-E9EA622AA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446698-FBA3-F0EC-9E19-A939952E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9015"/>
            <a:ext cx="12192000" cy="317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51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6B347-94BE-2A9E-AE2F-827DD537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50944D-7FB4-63CC-C2D6-4B7C54DDB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7B3CBB-286D-A2F1-8DFC-28441D733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537"/>
            <a:ext cx="12192000" cy="525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63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575C2-7CF1-521F-F5B2-A6FF4B332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A3585E-6492-A953-D602-B923F291F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DE1962-0B82-4F20-52BD-33A6448F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2609"/>
            <a:ext cx="12192000" cy="419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6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6069F1-955D-96F6-F717-DEB1EF9B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1DEDF-8ABD-56CE-2FE4-3631EEF06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2F98C4-C061-D2FA-AB2F-56E021F4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04" y="1547798"/>
            <a:ext cx="9077391" cy="37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06371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</TotalTime>
  <Words>373</Words>
  <Application>Microsoft Office PowerPoint</Application>
  <PresentationFormat>宽屏</PresentationFormat>
  <Paragraphs>40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切片</vt:lpstr>
      <vt:lpstr>几何Geometry</vt:lpstr>
      <vt:lpstr>三角不等式</vt:lpstr>
      <vt:lpstr>直角三角形</vt:lpstr>
      <vt:lpstr>三线+1线</vt:lpstr>
      <vt:lpstr>三线（+1线）合一</vt:lpstr>
      <vt:lpstr>圆</vt:lpstr>
      <vt:lpstr>弧对角</vt:lpstr>
      <vt:lpstr>相似的第二种判定</vt:lpstr>
      <vt:lpstr>旋转相似</vt:lpstr>
      <vt:lpstr>相似比的应用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Yang</dc:creator>
  <cp:lastModifiedBy>Brian Yang</cp:lastModifiedBy>
  <cp:revision>1</cp:revision>
  <dcterms:created xsi:type="dcterms:W3CDTF">2026-07-17T14:13:27Z</dcterms:created>
  <dcterms:modified xsi:type="dcterms:W3CDTF">2026-07-17T14:40:44Z</dcterms:modified>
</cp:coreProperties>
</file>